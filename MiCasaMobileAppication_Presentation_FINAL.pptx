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F89D34-6BAC-6564-BFF1-D5930FAAC042}" v="32" dt="2025-12-06T21:12:33.0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4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757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399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580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893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773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925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868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5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73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402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7546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067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MiCasa</a:t>
            </a:r>
            <a:r>
              <a:rPr dirty="0"/>
              <a:t> Mobile Application</a:t>
            </a:r>
            <a:br>
              <a:rPr lang="en-US" dirty="0"/>
            </a:br>
            <a:r>
              <a:rPr lang="en-US" dirty="0"/>
              <a:t>By Osiel felix-</a:t>
            </a:r>
            <a:r>
              <a:rPr lang="en-US" dirty="0" err="1"/>
              <a:t>leon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Smart Solution for Managing Home Services</a:t>
            </a:r>
          </a:p>
          <a:p>
            <a:r>
              <a:t>Investor Overview</a:t>
            </a:r>
          </a:p>
        </p:txBody>
      </p:sp>
    </p:spTree>
    <p:extLst>
      <p:ext uri="{BB962C8B-B14F-4D97-AF65-F5344CB8AC3E}">
        <p14:creationId xmlns:p14="http://schemas.microsoft.com/office/powerpoint/2010/main" val="1752123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Homeowners struggle to manage repairs, maintenance, and projects due to scattered communication, unclear pricing, and lack of service history.</a:t>
            </a:r>
          </a:p>
        </p:txBody>
      </p:sp>
    </p:spTree>
    <p:extLst>
      <p:ext uri="{BB962C8B-B14F-4D97-AF65-F5344CB8AC3E}">
        <p14:creationId xmlns:p14="http://schemas.microsoft.com/office/powerpoint/2010/main" val="3986348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MiCasa centralizes service requests, bids, scheduling, and history into one easy-to-use mobile app.</a:t>
            </a:r>
          </a:p>
        </p:txBody>
      </p:sp>
    </p:spTree>
    <p:extLst>
      <p:ext uri="{BB962C8B-B14F-4D97-AF65-F5344CB8AC3E}">
        <p14:creationId xmlns:p14="http://schemas.microsoft.com/office/powerpoint/2010/main" val="3136588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Homeowners</a:t>
            </a:r>
          </a:p>
          <a:p>
            <a:r>
              <a:t>Property Managers</a:t>
            </a:r>
          </a:p>
          <a:p>
            <a:r>
              <a:t>Independent Service Providers</a:t>
            </a:r>
          </a:p>
        </p:txBody>
      </p:sp>
    </p:spTree>
    <p:extLst>
      <p:ext uri="{BB962C8B-B14F-4D97-AF65-F5344CB8AC3E}">
        <p14:creationId xmlns:p14="http://schemas.microsoft.com/office/powerpoint/2010/main" val="2070059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service requests</a:t>
            </a:r>
          </a:p>
          <a:p>
            <a:r>
              <a:t>Receive and compare bids</a:t>
            </a:r>
          </a:p>
          <a:p>
            <a:r>
              <a:t>Track job status</a:t>
            </a:r>
          </a:p>
          <a:p>
            <a:r>
              <a:t>View service history</a:t>
            </a:r>
          </a:p>
        </p:txBody>
      </p:sp>
    </p:spTree>
    <p:extLst>
      <p:ext uri="{BB962C8B-B14F-4D97-AF65-F5344CB8AC3E}">
        <p14:creationId xmlns:p14="http://schemas.microsoft.com/office/powerpoint/2010/main" val="2511809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Android-based mobile application</a:t>
            </a:r>
          </a:p>
          <a:p>
            <a:r>
              <a:t>Designed for scalability and future expansion</a:t>
            </a:r>
          </a:p>
        </p:txBody>
      </p:sp>
    </p:spTree>
    <p:extLst>
      <p:ext uri="{BB962C8B-B14F-4D97-AF65-F5344CB8AC3E}">
        <p14:creationId xmlns:p14="http://schemas.microsoft.com/office/powerpoint/2010/main" val="1920119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and Wireframes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layouts focused on usability</a:t>
            </a:r>
          </a:p>
          <a:p>
            <a:r>
              <a:t>Wireframes guide navigation and screen flow</a:t>
            </a:r>
          </a:p>
        </p:txBody>
      </p:sp>
    </p:spTree>
    <p:extLst>
      <p:ext uri="{BB962C8B-B14F-4D97-AF65-F5344CB8AC3E}">
        <p14:creationId xmlns:p14="http://schemas.microsoft.com/office/powerpoint/2010/main" val="946697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to Homeowners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Better organization</a:t>
            </a:r>
          </a:p>
          <a:p>
            <a:r>
              <a:t>Less stress</a:t>
            </a:r>
          </a:p>
          <a:p>
            <a:r>
              <a:t>Clear service records</a:t>
            </a:r>
          </a:p>
          <a:p>
            <a:r>
              <a:t>Time savings</a:t>
            </a:r>
          </a:p>
        </p:txBody>
      </p:sp>
    </p:spTree>
    <p:extLst>
      <p:ext uri="{BB962C8B-B14F-4D97-AF65-F5344CB8AC3E}">
        <p14:creationId xmlns:p14="http://schemas.microsoft.com/office/powerpoint/2010/main" val="729769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to Providers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Clear job requests</a:t>
            </a:r>
          </a:p>
          <a:p>
            <a:r>
              <a:t>Better communication</a:t>
            </a:r>
          </a:p>
          <a:p>
            <a:r>
              <a:t>Improved job management</a:t>
            </a:r>
          </a:p>
        </p:txBody>
      </p:sp>
    </p:spTree>
    <p:extLst>
      <p:ext uri="{BB962C8B-B14F-4D97-AF65-F5344CB8AC3E}">
        <p14:creationId xmlns:p14="http://schemas.microsoft.com/office/powerpoint/2010/main" val="3658797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Modernize home service management</a:t>
            </a:r>
          </a:p>
          <a:p>
            <a:r>
              <a:t>Add messaging, reviews, and expand platforms</a:t>
            </a:r>
          </a:p>
        </p:txBody>
      </p:sp>
    </p:spTree>
    <p:extLst>
      <p:ext uri="{BB962C8B-B14F-4D97-AF65-F5344CB8AC3E}">
        <p14:creationId xmlns:p14="http://schemas.microsoft.com/office/powerpoint/2010/main" val="4285058390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147</Words>
  <Application>Microsoft Office PowerPoint</Application>
  <PresentationFormat>Widescreen</PresentationFormat>
  <Paragraphs>34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Gill Sans MT</vt:lpstr>
      <vt:lpstr>Wingdings 2</vt:lpstr>
      <vt:lpstr>Dividend</vt:lpstr>
      <vt:lpstr>MiCasa Mobile Application By Osiel felix-leon</vt:lpstr>
      <vt:lpstr>The Problem</vt:lpstr>
      <vt:lpstr>The Solution</vt:lpstr>
      <vt:lpstr>Target Users</vt:lpstr>
      <vt:lpstr>Core Features</vt:lpstr>
      <vt:lpstr>Platform</vt:lpstr>
      <vt:lpstr>Design and Wireframes</vt:lpstr>
      <vt:lpstr>Benefits to Homeowners</vt:lpstr>
      <vt:lpstr>Benefits to Providers</vt:lpstr>
      <vt:lpstr>Vision and 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Kayla Felix</dc:creator>
  <cp:lastModifiedBy>Osiel Felix-Leon</cp:lastModifiedBy>
  <cp:revision>15</cp:revision>
  <dcterms:created xsi:type="dcterms:W3CDTF">2025-12-06T20:55:16Z</dcterms:created>
  <dcterms:modified xsi:type="dcterms:W3CDTF">2025-12-06T21:13:48Z</dcterms:modified>
</cp:coreProperties>
</file>